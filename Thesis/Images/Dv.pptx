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7F6B8-D2AC-F42E-0C06-72BC29534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AD0084-1FF6-506C-3A96-D54F9B9CC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43397-466E-48DA-9B6E-F5C55D470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8E04-5240-46C8-83D8-4DBE0E506CD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1C01F-EF33-CB73-8DD7-8024FE00F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C7318-A82D-9CCC-120E-ABBFAD2C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2388-719B-4D2E-9B85-F1F045777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21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FC23-349E-DC02-88D2-161585E4D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35AE5-11EE-934F-F00D-ADF261AB0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9A238-E6EC-0850-A77A-59C464385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8E04-5240-46C8-83D8-4DBE0E506CD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5FC24-5C3A-FEEC-A270-058B98AC3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870F4-557A-433E-DB57-2715D5198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2388-719B-4D2E-9B85-F1F045777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19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2175A-97E9-8ACD-2059-7EF002D8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67CE4-AA53-D7E6-CAAC-F249C8A00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BC8FD-70BB-274D-C50B-6F9D3BAE5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8E04-5240-46C8-83D8-4DBE0E506CD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5226F-A585-DC26-5629-9618AFE20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03EF7-9095-EDB3-7CE2-0EE63F0C8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2388-719B-4D2E-9B85-F1F045777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23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E70F-799A-68DB-1D27-6D9C0F30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DD3A6-5200-C74B-1834-BF0631A98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87111-AD1F-C68A-ED55-B13BC50F7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542D8-4313-4E53-EB38-49799DBB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8E04-5240-46C8-83D8-4DBE0E506CD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B6194-5A81-82FF-1A8F-665E1D8C0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43213-8A17-32D0-161D-C99E88F8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2388-719B-4D2E-9B85-F1F045777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74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420E1-9818-05B8-76FF-D315D94D0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44AF9-022D-69AD-F2F9-319B637A3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7C2EC-71CD-F24E-D23A-C8069D182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F7DF51-8CBF-F657-55E1-25821D133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D63D0-CE3D-7D58-5ADE-1576F0017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03E93A-2157-7565-3270-00F310E9A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8E04-5240-46C8-83D8-4DBE0E506CD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8A805-35ED-0D0E-C31C-742CEBC4B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814A39-F6DB-BB50-EFD3-393715E56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2388-719B-4D2E-9B85-F1F045777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7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6EA32-E1FF-3FF7-4F6B-D2318C96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B0A8D-CC7B-6C7B-45B1-EFDD683D7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8E04-5240-46C8-83D8-4DBE0E506CD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E08D2-DB2F-2A02-F7C7-A19D42D62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D9122-7555-5743-5C46-CF8832E9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2388-719B-4D2E-9B85-F1F045777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5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C92147-4DB7-F69E-1F67-F77FEE841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8E04-5240-46C8-83D8-4DBE0E506CD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E197C8-9E30-D6F3-8F6D-6F97341B6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C4B1D-E2FE-609D-A87E-522799339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2388-719B-4D2E-9B85-F1F045777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01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BDCD-11D0-63F1-F175-F9E046AED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F4DBF-2C2D-0824-E0AE-98172D993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9A332-281E-24D3-12D3-635976D52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1BC4A-7FAE-D53F-2C93-8235659F4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8E04-5240-46C8-83D8-4DBE0E506CD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D2F80-41A2-9683-6E8F-C7854D76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0E685-F7A9-FA76-3B29-3110419F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2388-719B-4D2E-9B85-F1F045777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D0F2-A6FB-D577-AEC3-75F3A9EA4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78FFDE-7668-F8BE-8131-CEF5D44C9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9049C-5210-5F1E-2B04-B1A3AB9D3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95CE8-E502-D1FC-CB34-8F6E5A01B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8E04-5240-46C8-83D8-4DBE0E506CD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A03C1-0EA9-0218-5B98-84BEB1192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125B2-3FC9-F980-C589-DFF87DC1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2388-719B-4D2E-9B85-F1F045777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22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E312B-A1AF-12F3-D4B8-69C926E93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C34E2-E4A1-D17A-1152-3573B3B5B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97F08-3BE8-6C50-E234-C69B4A0A6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8E04-5240-46C8-83D8-4DBE0E506CD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FC2EB-7F9C-115B-F8F5-1FB8D7E0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545F7-1783-A97C-3641-D704B946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2388-719B-4D2E-9B85-F1F045777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1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BD2D00-22B5-8DE5-A83E-A619D1D982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27B70-F230-0CA4-5B61-B7CEA0A0A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2D452-C1A5-9046-E59B-5BF56EE41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8E04-5240-46C8-83D8-4DBE0E506CD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D9EF4-93B3-6C45-C7C2-4DF711D48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3DBFB-E162-4242-96B4-1B0526A67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2388-719B-4D2E-9B85-F1F045777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61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A267E-29A2-9302-7D1F-969B5291D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FE4F3-8DF8-504D-DA51-16878A8C0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AEE9C-4B9C-75DE-5FBC-129F9BBB7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B8E04-5240-46C8-83D8-4DBE0E506CD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1FF3E-BFB6-786F-6B8B-255B6CFE9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06B67-A287-3177-8C19-F1E6E0DFA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C2388-719B-4D2E-9B85-F1F045777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1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Part Studio 1 (8)">
            <a:extLst>
              <a:ext uri="{FF2B5EF4-FFF2-40B4-BE49-F238E27FC236}">
                <a16:creationId xmlns:a16="http://schemas.microsoft.com/office/drawing/2014/main" id="{5671236C-A2DD-5686-CB30-7F3AD03D8B4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94" b="147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A6B9A7-5E5E-EFF4-8E1B-A48D8D119EAE}"/>
              </a:ext>
            </a:extLst>
          </p:cNvPr>
          <p:cNvGrpSpPr/>
          <p:nvPr/>
        </p:nvGrpSpPr>
        <p:grpSpPr>
          <a:xfrm>
            <a:off x="5784273" y="2936557"/>
            <a:ext cx="984536" cy="603279"/>
            <a:chOff x="5784273" y="2936557"/>
            <a:chExt cx="984536" cy="603279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0EFFB3CC-5F90-9C80-AD30-41F4EF53A39C}"/>
                </a:ext>
              </a:extLst>
            </p:cNvPr>
            <p:cNvCxnSpPr>
              <a:cxnSpLocks/>
            </p:cNvCxnSpPr>
            <p:nvPr/>
          </p:nvCxnSpPr>
          <p:spPr>
            <a:xfrm>
              <a:off x="5784273" y="3539836"/>
              <a:ext cx="496454" cy="0"/>
            </a:xfrm>
            <a:prstGeom prst="straightConnector1">
              <a:avLst/>
            </a:prstGeom>
            <a:ln w="6350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EB03839-190F-F080-80C7-6C4D9D8C3886}"/>
                    </a:ext>
                  </a:extLst>
                </p:cNvPr>
                <p:cNvSpPr txBox="1"/>
                <p:nvPr/>
              </p:nvSpPr>
              <p:spPr>
                <a:xfrm>
                  <a:off x="6280727" y="2936557"/>
                  <a:ext cx="488082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EB03839-190F-F080-80C7-6C4D9D8C38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0727" y="2936557"/>
                  <a:ext cx="488082" cy="4924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51721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art Studio 1 (7)">
            <a:extLst>
              <a:ext uri="{FF2B5EF4-FFF2-40B4-BE49-F238E27FC236}">
                <a16:creationId xmlns:a16="http://schemas.microsoft.com/office/drawing/2014/main" id="{5413B045-188D-377B-D06F-59A28BEE50C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937" y="0"/>
            <a:ext cx="8874125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AC0016F-B736-23BE-191D-89D654DB3692}"/>
              </a:ext>
            </a:extLst>
          </p:cNvPr>
          <p:cNvCxnSpPr>
            <a:cxnSpLocks/>
          </p:cNvCxnSpPr>
          <p:nvPr/>
        </p:nvCxnSpPr>
        <p:spPr>
          <a:xfrm>
            <a:off x="3200400" y="3205213"/>
            <a:ext cx="6347861" cy="0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85CE10-38D2-C6B9-F2BC-345379B2F60E}"/>
                  </a:ext>
                </a:extLst>
              </p:cNvPr>
              <p:cNvSpPr txBox="1"/>
              <p:nvPr/>
            </p:nvSpPr>
            <p:spPr>
              <a:xfrm>
                <a:off x="6130289" y="2601934"/>
                <a:ext cx="48808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85CE10-38D2-C6B9-F2BC-345379B2F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289" y="2601934"/>
                <a:ext cx="48808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76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art Studio 1 (6)">
            <a:extLst>
              <a:ext uri="{FF2B5EF4-FFF2-40B4-BE49-F238E27FC236}">
                <a16:creationId xmlns:a16="http://schemas.microsoft.com/office/drawing/2014/main" id="{40A98133-224C-874F-53AF-BEA91D776FC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938" y="0"/>
            <a:ext cx="8874125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DB87409-167F-7E8D-10F4-CE8FF21BC478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1496291" cy="0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16F994-942C-598F-1450-514D93C4524F}"/>
                  </a:ext>
                </a:extLst>
              </p:cNvPr>
              <p:cNvSpPr txBox="1"/>
              <p:nvPr/>
            </p:nvSpPr>
            <p:spPr>
              <a:xfrm>
                <a:off x="6600104" y="2860552"/>
                <a:ext cx="48808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16F994-942C-598F-1450-514D93C45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104" y="2860552"/>
                <a:ext cx="48808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905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art Studio 1 (5)">
            <a:extLst>
              <a:ext uri="{FF2B5EF4-FFF2-40B4-BE49-F238E27FC236}">
                <a16:creationId xmlns:a16="http://schemas.microsoft.com/office/drawing/2014/main" id="{397B7EC8-59D3-D4EF-800C-B1A5A1BF94A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538" y="0"/>
            <a:ext cx="8874125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8C41E82-6926-7272-0F06-F2D09732F9B0}"/>
              </a:ext>
            </a:extLst>
          </p:cNvPr>
          <p:cNvCxnSpPr>
            <a:cxnSpLocks/>
          </p:cNvCxnSpPr>
          <p:nvPr/>
        </p:nvCxnSpPr>
        <p:spPr>
          <a:xfrm>
            <a:off x="5581073" y="3567546"/>
            <a:ext cx="348672" cy="0"/>
          </a:xfrm>
          <a:prstGeom prst="straightConnector1">
            <a:avLst/>
          </a:prstGeom>
          <a:ln w="476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367377-0CFC-9F4B-07C6-2A1057BD0542}"/>
                  </a:ext>
                </a:extLst>
              </p:cNvPr>
              <p:cNvSpPr txBox="1"/>
              <p:nvPr/>
            </p:nvSpPr>
            <p:spPr>
              <a:xfrm>
                <a:off x="6003636" y="3001212"/>
                <a:ext cx="48808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367377-0CFC-9F4B-07C6-2A1057BD0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636" y="3001212"/>
                <a:ext cx="48808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19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art Studio 1 (4)">
            <a:extLst>
              <a:ext uri="{FF2B5EF4-FFF2-40B4-BE49-F238E27FC236}">
                <a16:creationId xmlns:a16="http://schemas.microsoft.com/office/drawing/2014/main" id="{44F2F192-0468-5228-2D75-900107644FF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938" y="0"/>
            <a:ext cx="8874125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BF76280-8358-7A2F-A170-A3CF0DF8D10C}"/>
              </a:ext>
            </a:extLst>
          </p:cNvPr>
          <p:cNvCxnSpPr>
            <a:cxnSpLocks/>
          </p:cNvCxnSpPr>
          <p:nvPr/>
        </p:nvCxnSpPr>
        <p:spPr>
          <a:xfrm>
            <a:off x="3048000" y="3429000"/>
            <a:ext cx="6123709" cy="0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945EDA-B4BA-08FC-71FE-D4681629B6EE}"/>
                  </a:ext>
                </a:extLst>
              </p:cNvPr>
              <p:cNvSpPr txBox="1"/>
              <p:nvPr/>
            </p:nvSpPr>
            <p:spPr>
              <a:xfrm>
                <a:off x="5851958" y="2825721"/>
                <a:ext cx="48808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945EDA-B4BA-08FC-71FE-D4681629B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958" y="2825721"/>
                <a:ext cx="48808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0773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exagon with a black dot&#10;&#10;AI-generated content may be incorrect.">
            <a:extLst>
              <a:ext uri="{FF2B5EF4-FFF2-40B4-BE49-F238E27FC236}">
                <a16:creationId xmlns:a16="http://schemas.microsoft.com/office/drawing/2014/main" id="{69351B5A-E7E6-4A70-1CE4-9F1339588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29" y="0"/>
            <a:ext cx="8874742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791571-A0BC-16E1-E243-D4A605E320C0}"/>
                  </a:ext>
                </a:extLst>
              </p:cNvPr>
              <p:cNvSpPr txBox="1"/>
              <p:nvPr/>
            </p:nvSpPr>
            <p:spPr>
              <a:xfrm>
                <a:off x="4327959" y="2844971"/>
                <a:ext cx="48808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791571-A0BC-16E1-E243-D4A605E32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959" y="2844971"/>
                <a:ext cx="48808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898734-92F8-70F5-2B6E-217EBC5522C9}"/>
              </a:ext>
            </a:extLst>
          </p:cNvPr>
          <p:cNvCxnSpPr>
            <a:cxnSpLocks/>
          </p:cNvCxnSpPr>
          <p:nvPr/>
        </p:nvCxnSpPr>
        <p:spPr>
          <a:xfrm>
            <a:off x="3048000" y="3429000"/>
            <a:ext cx="3048000" cy="0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297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EE4B8845-8C30-5ED3-1E2F-1DF28E50D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29" y="0"/>
            <a:ext cx="8874742" cy="68580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DC6D6B-4962-A813-4699-0634C68D5CEE}"/>
              </a:ext>
            </a:extLst>
          </p:cNvPr>
          <p:cNvCxnSpPr>
            <a:cxnSpLocks/>
          </p:cNvCxnSpPr>
          <p:nvPr/>
        </p:nvCxnSpPr>
        <p:spPr>
          <a:xfrm flipH="1">
            <a:off x="6129338" y="3201838"/>
            <a:ext cx="494407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75172E-C65E-6209-2A88-87869F56DBC2}"/>
              </a:ext>
            </a:extLst>
          </p:cNvPr>
          <p:cNvCxnSpPr>
            <a:cxnSpLocks/>
          </p:cNvCxnSpPr>
          <p:nvPr/>
        </p:nvCxnSpPr>
        <p:spPr>
          <a:xfrm>
            <a:off x="5576067" y="3201838"/>
            <a:ext cx="498502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FA9B52A-44F6-A736-851C-F7E83D4190F3}"/>
                  </a:ext>
                </a:extLst>
              </p:cNvPr>
              <p:cNvSpPr txBox="1"/>
              <p:nvPr/>
            </p:nvSpPr>
            <p:spPr>
              <a:xfrm>
                <a:off x="6376541" y="2502071"/>
                <a:ext cx="48808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FA9B52A-44F6-A736-851C-F7E83D419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541" y="2502071"/>
                <a:ext cx="48808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077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B50-3216-0556-45EF-594B8186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9DDD5917-8938-343B-5B7A-B53EB8650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29" y="0"/>
            <a:ext cx="8874742" cy="68580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9C8FD-B50D-E201-7318-30E0E70102CA}"/>
              </a:ext>
            </a:extLst>
          </p:cNvPr>
          <p:cNvCxnSpPr>
            <a:cxnSpLocks/>
          </p:cNvCxnSpPr>
          <p:nvPr/>
        </p:nvCxnSpPr>
        <p:spPr>
          <a:xfrm flipV="1">
            <a:off x="6847161" y="839638"/>
            <a:ext cx="0" cy="49386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87F762C-44C0-5C25-BF83-2D78F8C09483}"/>
              </a:ext>
            </a:extLst>
          </p:cNvPr>
          <p:cNvCxnSpPr>
            <a:cxnSpLocks/>
          </p:cNvCxnSpPr>
          <p:nvPr/>
        </p:nvCxnSpPr>
        <p:spPr>
          <a:xfrm>
            <a:off x="6847161" y="317500"/>
            <a:ext cx="0" cy="40783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E8939D6-FDF1-950C-45D0-523E2F6D5696}"/>
                  </a:ext>
                </a:extLst>
              </p:cNvPr>
              <p:cNvSpPr txBox="1"/>
              <p:nvPr/>
            </p:nvSpPr>
            <p:spPr>
              <a:xfrm>
                <a:off x="7062341" y="839638"/>
                <a:ext cx="488082" cy="531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E8939D6-FDF1-950C-45D0-523E2F6D5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341" y="839638"/>
                <a:ext cx="488082" cy="5318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741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</TotalTime>
  <Words>8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</dc:creator>
  <cp:lastModifiedBy>Nathan H</cp:lastModifiedBy>
  <cp:revision>2</cp:revision>
  <dcterms:created xsi:type="dcterms:W3CDTF">2025-11-17T00:03:00Z</dcterms:created>
  <dcterms:modified xsi:type="dcterms:W3CDTF">2025-11-17T05:12:28Z</dcterms:modified>
</cp:coreProperties>
</file>